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4134b7e8334d3b" /><Relationship Type="http://schemas.openxmlformats.org/officeDocument/2006/relationships/extended-properties" Target="/docProps/app.xml" Id="R87936840658846c8" /><Relationship Type="http://schemas.openxmlformats.org/officeDocument/2006/relationships/officeDocument" Target="/ppt/presentation.xml" Id="R7eef7c95f0ba42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a85035d4874e28"/>
  </p:sldMasterIdLst>
  <p:notesMasterIdLst>
    <p:notesMasterId xmlns:r="http://schemas.openxmlformats.org/officeDocument/2006/relationships" r:id="R5d756e27f68d41e7"/>
  </p:notesMasterIdLst>
  <p:sldIdLst>
    <p:sldId xmlns:r="http://schemas.openxmlformats.org/officeDocument/2006/relationships" id="256" r:id="Re1f90211949e4e90"/>
    <p:sldId xmlns:r="http://schemas.openxmlformats.org/officeDocument/2006/relationships" id="257" r:id="R9b2ea298461147fa"/>
    <p:sldId xmlns:r="http://schemas.openxmlformats.org/officeDocument/2006/relationships" id="258" r:id="R007247ab28d54d84"/>
    <p:sldId xmlns:r="http://schemas.openxmlformats.org/officeDocument/2006/relationships" id="259" r:id="Re1054ade2ceb43fc"/>
    <p:sldId xmlns:r="http://schemas.openxmlformats.org/officeDocument/2006/relationships" id="260" r:id="R631d90307204438e"/>
    <p:sldId xmlns:r="http://schemas.openxmlformats.org/officeDocument/2006/relationships" id="261" r:id="R3b8bffba23ce4194"/>
    <p:sldId xmlns:r="http://schemas.openxmlformats.org/officeDocument/2006/relationships" id="262" r:id="Ra67d059bdf4049e9"/>
    <p:sldId xmlns:r="http://schemas.openxmlformats.org/officeDocument/2006/relationships" id="263" r:id="Red97dcc4bea243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42583522024622" /><Relationship Type="http://schemas.openxmlformats.org/officeDocument/2006/relationships/slideMaster" Target="/ppt/slideMasters/slideMaster1.xml" Id="Rf1a85035d4874e28" /><Relationship Type="http://schemas.openxmlformats.org/officeDocument/2006/relationships/notesMaster" Target="/ppt/notesMasters/notesMaster1.xml" Id="R5d756e27f68d41e7" /><Relationship Type="http://schemas.openxmlformats.org/officeDocument/2006/relationships/presProps" Target="/ppt/presProps.xml" Id="Re02664798e67476f" /><Relationship Type="http://schemas.openxmlformats.org/officeDocument/2006/relationships/tableStyles" Target="/ppt/tableStyles.xml" Id="R8204f5e48c3a4162" /><Relationship Type="http://schemas.openxmlformats.org/officeDocument/2006/relationships/slide" Target="/ppt/slides/slide1.xml" Id="Re1f90211949e4e90" /><Relationship Type="http://schemas.openxmlformats.org/officeDocument/2006/relationships/slide" Target="/ppt/slides/slide2.xml" Id="R9b2ea298461147fa" /><Relationship Type="http://schemas.openxmlformats.org/officeDocument/2006/relationships/slide" Target="/ppt/slides/slide3.xml" Id="R007247ab28d54d84" /><Relationship Type="http://schemas.openxmlformats.org/officeDocument/2006/relationships/slide" Target="/ppt/slides/slide4.xml" Id="Re1054ade2ceb43fc" /><Relationship Type="http://schemas.openxmlformats.org/officeDocument/2006/relationships/slide" Target="/ppt/slides/slide5.xml" Id="R631d90307204438e" /><Relationship Type="http://schemas.openxmlformats.org/officeDocument/2006/relationships/slide" Target="/ppt/slides/slide6.xml" Id="R3b8bffba23ce4194" /><Relationship Type="http://schemas.openxmlformats.org/officeDocument/2006/relationships/slide" Target="/ppt/slides/slide7.xml" Id="Ra67d059bdf4049e9" /><Relationship Type="http://schemas.openxmlformats.org/officeDocument/2006/relationships/slide" Target="/ppt/slides/slide8.xml" Id="Red97dcc4bea243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61b54afadc43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72bd9ce5f842f8" /><Relationship Type="http://schemas.openxmlformats.org/officeDocument/2006/relationships/notesMaster" Target="/ppt/notesMasters/notesMaster1.xml" Id="Rec641fb0d3b54b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af28c5c1584177" /><Relationship Type="http://schemas.openxmlformats.org/officeDocument/2006/relationships/notesMaster" Target="/ppt/notesMasters/notesMaster1.xml" Id="R2e0f7c2aba674a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91f656a69c4ee2" /><Relationship Type="http://schemas.openxmlformats.org/officeDocument/2006/relationships/notesMaster" Target="/ppt/notesMasters/notesMaster1.xml" Id="R14c528aaaea54e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e94decdc5a4e58" /><Relationship Type="http://schemas.openxmlformats.org/officeDocument/2006/relationships/notesMaster" Target="/ppt/notesMasters/notesMaster1.xml" Id="Rfcc0dca71f1741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ea8c82217a4591" /><Relationship Type="http://schemas.openxmlformats.org/officeDocument/2006/relationships/notesMaster" Target="/ppt/notesMasters/notesMaster1.xml" Id="Rd5220472c29e48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c2066b59ec4fd9" /><Relationship Type="http://schemas.openxmlformats.org/officeDocument/2006/relationships/notesMaster" Target="/ppt/notesMasters/notesMaster1.xml" Id="R353a89a3069442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043480536a4724" /><Relationship Type="http://schemas.openxmlformats.org/officeDocument/2006/relationships/notesMaster" Target="/ppt/notesMasters/notesMaster1.xml" Id="R63da94a3d10e41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b9966b90c84835" /><Relationship Type="http://schemas.openxmlformats.org/officeDocument/2006/relationships/notesMaster" Target="/ppt/notesMasters/notesMaster1.xml" Id="R49fdf01d670344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Yegge's number, then pause: he did not reject Markdown from the outset. He went all-in on Git-versioned, hierarchical Markdown plans for agent orchestration—and eventually found 605 plan files in varying stages of decay.</a:t>
            </a:r>
          </a:p>
          <a:p xmlns:a="http://schemas.openxmlformats.org/drawingml/2006/main">
            <a:r>
              <a:t>Use the screenshot as evidence: the agent has created a follow-up issue, recorded what it depends on, and made the critical path explicit. This is the move from plans as documents to work as queryable state.</a:t>
            </a:r>
          </a:p>
          <a:p xmlns:a="http://schemas.openxmlformats.org/drawingml/2006/main">
            <a:r>
              <a:t>Bridge to slide 2: ordinary plan mode is still a strong workflow for bounded work inside one session. The problem appears when that work must survive restarts, discoveries, nesting, and hand-offs.</a:t>
            </a:r>
          </a:p>
          <a:p xmlns:a="http://schemas.openxmlformats.org/drawingml/2006/main">
            <a:r>
              <a:t>Accuracy note: the launch essay describes Beads' historical JSONL implementation. Current technical claims later in the deck use the modern Dolt-based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Steve Yegge, Introducing Beads: A coding agent memory system, 13 October 2025: https://steve-yegge.medium.com/introducing-beads-a-coding-agent-memory-system-637d7d92514a</a:t>
            </a:r>
          </a:p>
          <a:p xmlns:a="http://schemas.openxmlformats.org/drawingml/2006/main">
            <a:r>
              <a:t>- Original image from the essay: https://miro.medium.com/v2/resize:fit:1400/1*HbBoe7lEio9gX6v6-ZFbZQ.png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from the audience’s normal experience. In Plan Mode Claude reads and explores without editing source files, presents a plan, and begins editing after approval in the selected permission mode. Say plainly that this workflow is useful and is not the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https://code.claude.com/docs/en/permission-modes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the complexity emerge through questions: What is done? What is next? Where does the bug belong? What is blocked? How does a fresh session know why? Acknowledge that Markdown can encode all of this. The point is that we are progressively designing task-management conventions inside the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beads only now. It is a persistent, dependency-aware task graph designed for AI-supervised coding workflows. The agent can restore project context, find unblocked work, inspect one bounded unit, claim it, record discovered work with provenance, and leave a durable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https://github.com/gastownhall/beads/blob/main/docs/getting-started/ide-setup.md</a:t>
            </a:r>
          </a:p>
          <a:p xmlns:a="http://schemas.openxmlformats.org/drawingml/2006/main">
            <a:r>
              <a:t>- https://github.com/gastownhall/beads/blob/main/docs/multi-agent/coordination.md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the terminal. Run the prepared demo from presentation/demo-runbook.md. Keep this to roughly three minutes. If the live agent response stalls, use the deterministic CLI path and continue; the audience still sees the same persisted context and task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Local demo runbook: presentation/demo-runbook.md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presentation task selected with its children, state, description, acceptance criteria, design, and notes. The opening slide already established the repository-level view; here, zoom into one durable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 captured from beads-map on 2026-09-02: presentation/assets/beads-map-presentation-work.png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benchmark or a causal productivity claim. It is a traceable project history: 49 beads were closed between 25 and 31 August 2026, spanning product decisions, implementation, bugs, packaging, and release hardening. The visualizer shown here was built through the system it visualizes.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bd stats and closed-issue records inspected 2026-09-02</a:t>
            </a:r>
          </a:p>
          <a:p xmlns:a="http://schemas.openxmlformats.org/drawingml/2006/main">
            <a:r>
              <a:t>- Local screenshot captured from beads-map on 2026-09-02: presentation/assets/beads-map-release-hardening.png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without overselling. Ask people to try beads on one genuine multi-session task and tell you where it helps or adds friction. Leave the final slide visible for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b6d3e59f14c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d9a2f6e674add" /><Relationship Type="http://schemas.openxmlformats.org/officeDocument/2006/relationships/slideLayout" Target="/ppt/slideLayouts/slideLayout1.xml" Id="R7bba5c76e11044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ba5c76e11044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9a5ccbf7d46e6" /><Relationship Type="http://schemas.openxmlformats.org/officeDocument/2006/relationships/image" Target="/ppt/media/image.png" Id="R8847056506354906" /><Relationship Type="http://schemas.openxmlformats.org/officeDocument/2006/relationships/notesSlide" Target="/ppt/notesSlides/notesSlide1.xml" Id="R152fbaa2b1934c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7862d59884bcb" /><Relationship Type="http://schemas.openxmlformats.org/officeDocument/2006/relationships/notesSlide" Target="/ppt/notesSlides/notesSlide2.xml" Id="R7a2bc14fbcb640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e768e90ef4113" /><Relationship Type="http://schemas.openxmlformats.org/officeDocument/2006/relationships/notesSlide" Target="/ppt/notesSlides/notesSlide3.xml" Id="R81b1e9bb27c74f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0727632304e6f" /><Relationship Type="http://schemas.openxmlformats.org/officeDocument/2006/relationships/notesSlide" Target="/ppt/notesSlides/notesSlide4.xml" Id="R80af34e517f241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dfaab85d045b5" /><Relationship Type="http://schemas.openxmlformats.org/officeDocument/2006/relationships/notesSlide" Target="/ppt/notesSlides/notesSlide5.xml" Id="Ra86d9689a55e4f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fdb8225ee4c5f" /><Relationship Type="http://schemas.openxmlformats.org/officeDocument/2006/relationships/image" Target="/ppt/media/image.jpeg" Id="R4d910fb720724ad7" /><Relationship Type="http://schemas.openxmlformats.org/officeDocument/2006/relationships/notesSlide" Target="/ppt/notesSlides/notesSlide6.xml" Id="R890076489d1c46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201b9d629474d" /><Relationship Type="http://schemas.openxmlformats.org/officeDocument/2006/relationships/image" Target="/ppt/media/image2.jpeg" Id="R2aa85e798d6f473e" /><Relationship Type="http://schemas.openxmlformats.org/officeDocument/2006/relationships/notesSlide" Target="/ppt/notesSlides/notesSlide7.xml" Id="R9551c60e70b94d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d2804b2724d40" /><Relationship Type="http://schemas.openxmlformats.org/officeDocument/2006/relationships/notesSlide" Target="/ppt/notesSlides/notesSlide8.xml" Id="R8a53be451f074d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STEVE YEGGE  ·  INTRODUCING BEADS  ·  2025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605 markdown plan files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7056506354906"/>
          <a:srcRect xmlns:a="http://schemas.openxmlformats.org/drawingml/2006/main" l="0" t="29980" r="0" b="29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10820400" cy="4400550"/>
          </a:xfrm>
          <a:prstGeom xmlns:a="http://schemas.openxmlformats.org/drawingml/2006/main" prst="rect">
            <a:avLst/>
          </a:prstGeom>
        </p:spPr>
      </p:pic>
      <p:sp>
        <p:nvSpPr>
          <p:cNvPr id="8" name="source-attribution">
            <a:extLst xmlns:a="http://schemas.openxmlformats.org/drawingml/2006/main">
              <a:ext uri="{FF2B5EF4-FFF2-40B4-BE49-F238E27FC236}">
                <a16:creationId xmlns:a16="http://schemas.microsoft.com/office/drawing/2014/main" id="{51B9064E-E6F5-41AA-9C69-7492D03E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“in varying stages of decay” — Steve Yegge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THE FAMILIAR 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familiar Claude Code loop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2</a:t>
            </a:r>
          </a:p>
        </p:txBody>
      </p:sp>
      <p:sp>
        <p:nvSpPr>
          <p:cNvPr id="7" name="classical-step-1">
            <a:extLst xmlns:a="http://schemas.openxmlformats.org/drawingml/2006/main">
              <a:ext uri="{FF2B5EF4-FFF2-40B4-BE49-F238E27FC236}">
                <a16:creationId xmlns:a16="http://schemas.microsoft.com/office/drawing/2014/main" id="{BC616160-4903-461B-818E-E879F67B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PLAN MODE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Read + propose</a:t>
            </a:r>
          </a:p>
        </p:txBody>
      </p:sp>
      <p:sp>
        <p:nvSpPr>
          <p:cNvPr id="8" name="classical-step-2">
            <a:extLst xmlns:a="http://schemas.openxmlformats.org/drawingml/2006/main">
              <a:ext uri="{FF2B5EF4-FFF2-40B4-BE49-F238E27FC236}">
                <a16:creationId xmlns:a16="http://schemas.microsoft.com/office/drawing/2014/main" id="{54881E1A-77E9-42DB-8CCC-AE35A0E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Refine + approve</a:t>
            </a:r>
          </a:p>
        </p:txBody>
      </p:sp>
      <p:sp>
        <p:nvSpPr>
          <p:cNvPr id="9" name="classical-step-3">
            <a:extLst xmlns:a="http://schemas.openxmlformats.org/drawingml/2006/main">
              <a:ext uri="{FF2B5EF4-FFF2-40B4-BE49-F238E27FC236}">
                <a16:creationId xmlns:a16="http://schemas.microsoft.com/office/drawing/2014/main" id="{01229AD3-BCE5-4CB7-9B83-7D71D7CB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EXECUTE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Edit + run</a:t>
            </a:r>
          </a:p>
        </p:txBody>
      </p:sp>
      <p:sp>
        <p:nvSpPr>
          <p:cNvPr id="10" name="classical-step-4">
            <a:extLst xmlns:a="http://schemas.openxmlformats.org/drawingml/2006/main">
              <a:ext uri="{FF2B5EF4-FFF2-40B4-BE49-F238E27FC236}">
                <a16:creationId xmlns:a16="http://schemas.microsoft.com/office/drawing/2014/main" id="{D4B45699-C7D8-4BFB-B7D9-AA0C681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VERIFY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 the result</a:t>
            </a:r>
          </a:p>
        </p:txBody>
      </p:sp>
      <p:sp>
        <p:nvSpPr>
          <p:cNvPr id="11" name="classical-arrow-1">
            <a:extLst xmlns:a="http://schemas.openxmlformats.org/drawingml/2006/main">
              <a:ext uri="{FF2B5EF4-FFF2-40B4-BE49-F238E27FC236}">
                <a16:creationId xmlns:a16="http://schemas.microsoft.com/office/drawing/2014/main" id="{C439129A-4C6C-437B-B0FB-52DAA4E4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2" name="classical-arrow-2">
            <a:extLst xmlns:a="http://schemas.openxmlformats.org/drawingml/2006/main">
              <a:ext uri="{FF2B5EF4-FFF2-40B4-BE49-F238E27FC236}">
                <a16:creationId xmlns:a16="http://schemas.microsoft.com/office/drawing/2014/main" id="{8AA5D5E0-C0DA-48DB-826E-6310885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classical-arrow-3">
            <a:extLst xmlns:a="http://schemas.openxmlformats.org/drawingml/2006/main">
              <a:ext uri="{FF2B5EF4-FFF2-40B4-BE49-F238E27FC236}">
                <a16:creationId xmlns:a16="http://schemas.microsoft.com/office/drawing/2014/main" id="{3F3917BF-DFE2-4B86-8766-FA466D8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classical-caption">
            <a:extLst xmlns:a="http://schemas.openxmlformats.org/drawingml/2006/main">
              <a:ext uri="{FF2B5EF4-FFF2-40B4-BE49-F238E27FC236}">
                <a16:creationId xmlns:a16="http://schemas.microsoft.com/office/drawing/2014/main" id="{C5A1B456-9B08-4A25-96C1-80E963D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 strong workflow for bounded work inside one session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THE PRESSURE POINTS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Real work escapes the session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Markdown can carry this—but each pressure adds another convention.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WHAT HAPPENS?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PLAN NOW NEEDS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Several sessions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Work continues tomorrow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State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New work appears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Execution reveals a bug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Provenance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Dependencies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Task B waits for Task A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graph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hand-off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Another session takes over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Memory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IDs · status · ownership · dependencies · provenance · hand-off context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3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Beads makes the work state explicit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4</a:t>
            </a:r>
          </a:p>
        </p:txBody>
      </p:sp>
      <p:sp>
        <p:nvSpPr>
          <p:cNvPr id="7" name="beads-step-1">
            <a:extLst xmlns:a="http://schemas.openxmlformats.org/drawingml/2006/main">
              <a:ext uri="{FF2B5EF4-FFF2-40B4-BE49-F238E27FC236}">
                <a16:creationId xmlns:a16="http://schemas.microsoft.com/office/drawing/2014/main" id="{1BC54ECD-8C3C-416D-9538-FD378ABD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prime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restore context</a:t>
            </a:r>
          </a:p>
        </p:txBody>
      </p:sp>
      <p:sp>
        <p:nvSpPr>
          <p:cNvPr id="8" name="beads-step-2">
            <a:extLst xmlns:a="http://schemas.openxmlformats.org/drawingml/2006/main">
              <a:ext uri="{FF2B5EF4-FFF2-40B4-BE49-F238E27FC236}">
                <a16:creationId xmlns:a16="http://schemas.microsoft.com/office/drawing/2014/main" id="{161EB8AB-7264-46DD-96A8-FA79334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ready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find work</a:t>
            </a:r>
          </a:p>
        </p:txBody>
      </p:sp>
      <p:sp>
        <p:nvSpPr>
          <p:cNvPr id="9" name="beads-step-3">
            <a:extLst xmlns:a="http://schemas.openxmlformats.org/drawingml/2006/main">
              <a:ext uri="{FF2B5EF4-FFF2-40B4-BE49-F238E27FC236}">
                <a16:creationId xmlns:a16="http://schemas.microsoft.com/office/drawing/2014/main" id="{61672731-4358-47B3-AE99-A61AB232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show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inspect</a:t>
            </a:r>
          </a:p>
        </p:txBody>
      </p:sp>
      <p:sp>
        <p:nvSpPr>
          <p:cNvPr id="10" name="beads-step-4">
            <a:extLst xmlns:a="http://schemas.openxmlformats.org/drawingml/2006/main">
              <a:ext uri="{FF2B5EF4-FFF2-40B4-BE49-F238E27FC236}">
                <a16:creationId xmlns:a16="http://schemas.microsoft.com/office/drawing/2014/main" id="{C5FF1062-3CE8-4C9E-9A72-91A4FCA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update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claim + record</a:t>
            </a:r>
          </a:p>
        </p:txBody>
      </p:sp>
      <p:sp>
        <p:nvSpPr>
          <p:cNvPr id="11" name="beads-step-5">
            <a:extLst xmlns:a="http://schemas.openxmlformats.org/drawingml/2006/main">
              <a:ext uri="{FF2B5EF4-FFF2-40B4-BE49-F238E27FC236}">
                <a16:creationId xmlns:a16="http://schemas.microsoft.com/office/drawing/2014/main" id="{5B4770C5-0D7B-463D-A1C1-956C3BAB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close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hand off</a:t>
            </a:r>
          </a:p>
        </p:txBody>
      </p:sp>
      <p:sp>
        <p:nvSpPr>
          <p:cNvPr id="12" name="beads-arrow-1">
            <a:extLst xmlns:a="http://schemas.openxmlformats.org/drawingml/2006/main">
              <a:ext uri="{FF2B5EF4-FFF2-40B4-BE49-F238E27FC236}">
                <a16:creationId xmlns:a16="http://schemas.microsoft.com/office/drawing/2014/main" id="{2FC229A4-0FF6-4195-9310-A57A5F69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beads-arrow-2">
            <a:extLst xmlns:a="http://schemas.openxmlformats.org/drawingml/2006/main">
              <a:ext uri="{FF2B5EF4-FFF2-40B4-BE49-F238E27FC236}">
                <a16:creationId xmlns:a16="http://schemas.microsoft.com/office/drawing/2014/main" id="{F17866EC-D9DF-400B-8C41-DCC0B30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beads-arrow-3">
            <a:extLst xmlns:a="http://schemas.openxmlformats.org/drawingml/2006/main">
              <a:ext uri="{FF2B5EF4-FFF2-40B4-BE49-F238E27FC236}">
                <a16:creationId xmlns:a16="http://schemas.microsoft.com/office/drawing/2014/main" id="{7B9FA2FD-CBA2-443D-8EF8-307A380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5" name="beads-arrow-4">
            <a:extLst xmlns:a="http://schemas.openxmlformats.org/drawingml/2006/main">
              <a:ext uri="{FF2B5EF4-FFF2-40B4-BE49-F238E27FC236}">
                <a16:creationId xmlns:a16="http://schemas.microsoft.com/office/drawing/2014/main" id="{E384A66D-E410-4746-9090-9549036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6" name="beads-caption">
            <a:extLst xmlns:a="http://schemas.openxmlformats.org/drawingml/2006/main">
              <a:ext uri="{FF2B5EF4-FFF2-40B4-BE49-F238E27FC236}">
                <a16:creationId xmlns:a16="http://schemas.microsoft.com/office/drawing/2014/main" id="{60F3A728-640F-480E-BDF5-0EE1C31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Discovered work becomes a linked bead—not a lost note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LIVE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short beads loop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 fresh session can recover context and leave the next one a clean hand-off.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COMMAND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RESULT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prime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Load workflow + project memory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Orient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ready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Find work with no open blockers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Choose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show &lt;id&gt;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Inspect one bounded task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Understand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update · create · close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Act, record discoveries, hand off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4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Continue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The task graph survives even when the conversation does not.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5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Beads Map makes the hand-off visible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10fb720724ad7"/>
          <a:stretch xmlns:a="http://schemas.openxmlformats.org/drawingml/2006/main"/>
        </p:blipFill>
        <p:spPr>
          <a:xfrm xmlns:a="http://schemas.openxmlformats.org/drawingml/2006/main">
            <a:off x="1905000" y="1381125"/>
            <a:ext cx="8382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PROOF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49 completed beads in seven days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85e798d6f473e"/>
          <a:stretch xmlns:a="http://schemas.openxmlformats.org/drawingml/2006/main"/>
        </p:blipFill>
        <p:spPr>
          <a:xfrm xmlns:a="http://schemas.openxmlformats.org/drawingml/2006/main">
            <a:off x="1905000" y="1381125"/>
            <a:ext cx="8382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YOUR TURN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Try it—and let me know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Start with one real task that will still matter tomorrow.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FIRST EXPERIMENT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OUTCOME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Install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brew install beads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Once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Initialize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init inside one repository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Scope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Resume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prime in a fresh session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Context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Tell me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What worked? What got in the way?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↗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Feedback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Use beads where the work—not merely the chat—needs continuity.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8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2026-09-03T07:34:11.9890000Z</dcterms:created>
  <dcterms:modified xsi:type="dcterms:W3CDTF">2026-09-03T07:34:11.9900000Z</dcterms:modified>
</coreProperties>
</file>