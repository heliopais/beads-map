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02fffe7e0f4ab3" /><Relationship Type="http://schemas.openxmlformats.org/officeDocument/2006/relationships/extended-properties" Target="/docProps/app.xml" Id="R62ae9c53b9914cf2" /><Relationship Type="http://schemas.openxmlformats.org/officeDocument/2006/relationships/officeDocument" Target="/ppt/presentation.xml" Id="R6e878c267b62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6c603217b4cba"/>
  </p:sldMasterIdLst>
  <p:notesMasterIdLst>
    <p:notesMasterId xmlns:r="http://schemas.openxmlformats.org/officeDocument/2006/relationships" r:id="R77ff61e3e43f4441"/>
  </p:notesMasterIdLst>
  <p:sldIdLst>
    <p:sldId xmlns:r="http://schemas.openxmlformats.org/officeDocument/2006/relationships" id="256" r:id="R42fdfbf29b4b49d3"/>
    <p:sldId xmlns:r="http://schemas.openxmlformats.org/officeDocument/2006/relationships" id="257" r:id="R9ebfdd55030f4eae"/>
    <p:sldId xmlns:r="http://schemas.openxmlformats.org/officeDocument/2006/relationships" id="258" r:id="Rff53289ab4a0496d"/>
    <p:sldId xmlns:r="http://schemas.openxmlformats.org/officeDocument/2006/relationships" id="259" r:id="R521ac2144b4c4687"/>
    <p:sldId xmlns:r="http://schemas.openxmlformats.org/officeDocument/2006/relationships" id="260" r:id="Rda7ca9f12c044fe5"/>
    <p:sldId xmlns:r="http://schemas.openxmlformats.org/officeDocument/2006/relationships" id="261" r:id="Re422e8f1dc98433f"/>
    <p:sldId xmlns:r="http://schemas.openxmlformats.org/officeDocument/2006/relationships" id="262" r:id="R420311c04a2747c8"/>
    <p:sldId xmlns:r="http://schemas.openxmlformats.org/officeDocument/2006/relationships" id="263" r:id="R1674f222478c48a0"/>
    <p:sldId xmlns:r="http://schemas.openxmlformats.org/officeDocument/2006/relationships" id="264" r:id="Re753a8a35f204d19"/>
    <p:sldId xmlns:r="http://schemas.openxmlformats.org/officeDocument/2006/relationships" id="265" r:id="Ra012dff6bca14dd5"/>
    <p:sldId xmlns:r="http://schemas.openxmlformats.org/officeDocument/2006/relationships" id="266" r:id="Ra8e1583680f346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15feef5dc54341" /><Relationship Type="http://schemas.openxmlformats.org/officeDocument/2006/relationships/slideMaster" Target="/ppt/slideMasters/slideMaster1.xml" Id="Rc996c603217b4cba" /><Relationship Type="http://schemas.openxmlformats.org/officeDocument/2006/relationships/notesMaster" Target="/ppt/notesMasters/notesMaster1.xml" Id="R77ff61e3e43f4441" /><Relationship Type="http://schemas.openxmlformats.org/officeDocument/2006/relationships/presProps" Target="/ppt/presProps.xml" Id="Rd3c82443bdd84d8e" /><Relationship Type="http://schemas.openxmlformats.org/officeDocument/2006/relationships/tableStyles" Target="/ppt/tableStyles.xml" Id="R22e6aaf7e8a5489d" /><Relationship Type="http://schemas.openxmlformats.org/officeDocument/2006/relationships/slide" Target="/ppt/slides/slide1.xml" Id="R42fdfbf29b4b49d3" /><Relationship Type="http://schemas.openxmlformats.org/officeDocument/2006/relationships/slide" Target="/ppt/slides/slide2.xml" Id="R9ebfdd55030f4eae" /><Relationship Type="http://schemas.openxmlformats.org/officeDocument/2006/relationships/slide" Target="/ppt/slides/slide3.xml" Id="Rff53289ab4a0496d" /><Relationship Type="http://schemas.openxmlformats.org/officeDocument/2006/relationships/slide" Target="/ppt/slides/slide4.xml" Id="R521ac2144b4c4687" /><Relationship Type="http://schemas.openxmlformats.org/officeDocument/2006/relationships/slide" Target="/ppt/slides/slide5.xml" Id="Rda7ca9f12c044fe5" /><Relationship Type="http://schemas.openxmlformats.org/officeDocument/2006/relationships/slide" Target="/ppt/slides/slide6.xml" Id="Re422e8f1dc98433f" /><Relationship Type="http://schemas.openxmlformats.org/officeDocument/2006/relationships/slide" Target="/ppt/slides/slide7.xml" Id="R420311c04a2747c8" /><Relationship Type="http://schemas.openxmlformats.org/officeDocument/2006/relationships/slide" Target="/ppt/slides/slide8.xml" Id="R1674f222478c48a0" /><Relationship Type="http://schemas.openxmlformats.org/officeDocument/2006/relationships/slide" Target="/ppt/slides/slide9.xml" Id="Re753a8a35f204d19" /><Relationship Type="http://schemas.openxmlformats.org/officeDocument/2006/relationships/slide" Target="/ppt/slides/slide10.xml" Id="Ra012dff6bca14dd5" /><Relationship Type="http://schemas.openxmlformats.org/officeDocument/2006/relationships/slide" Target="/ppt/slides/slide11.xml" Id="Ra8e1583680f3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468268b7fa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b174ace734cd8" /><Relationship Type="http://schemas.openxmlformats.org/officeDocument/2006/relationships/notesMaster" Target="/ppt/notesMasters/notesMaster1.xml" Id="Ra25c65e2ef794c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1110480c941c1" /><Relationship Type="http://schemas.openxmlformats.org/officeDocument/2006/relationships/notesMaster" Target="/ppt/notesMasters/notesMaster1.xml" Id="Rc36a9eb9faeb44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cb956277474809" /><Relationship Type="http://schemas.openxmlformats.org/officeDocument/2006/relationships/notesMaster" Target="/ppt/notesMasters/notesMaster1.xml" Id="R263237ece7d548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1cc8657864ae0" /><Relationship Type="http://schemas.openxmlformats.org/officeDocument/2006/relationships/notesMaster" Target="/ppt/notesMasters/notesMaster1.xml" Id="R037d713a22854c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26a71624b14615" /><Relationship Type="http://schemas.openxmlformats.org/officeDocument/2006/relationships/notesMaster" Target="/ppt/notesMasters/notesMaster1.xml" Id="R665c408a86ea4e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a48197fa14a74" /><Relationship Type="http://schemas.openxmlformats.org/officeDocument/2006/relationships/notesMaster" Target="/ppt/notesMasters/notesMaster1.xml" Id="Rce5b25e6b9a946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47e58de1564dd7" /><Relationship Type="http://schemas.openxmlformats.org/officeDocument/2006/relationships/notesMaster" Target="/ppt/notesMasters/notesMaster1.xml" Id="Rf5651e6d9c72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6cd81ae4724b9e" /><Relationship Type="http://schemas.openxmlformats.org/officeDocument/2006/relationships/notesMaster" Target="/ppt/notesMasters/notesMaster1.xml" Id="R8b38abfcea6249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cca10c31a342e4" /><Relationship Type="http://schemas.openxmlformats.org/officeDocument/2006/relationships/notesMaster" Target="/ppt/notesMasters/notesMaster1.xml" Id="R3074261e7afa46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be844c2c6643b4" /><Relationship Type="http://schemas.openxmlformats.org/officeDocument/2006/relationships/notesMaster" Target="/ppt/notesMasters/notesMaster1.xml" Id="R59fd0f7e40504e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69ea9e41914028" /><Relationship Type="http://schemas.openxmlformats.org/officeDocument/2006/relationships/notesMaster" Target="/ppt/notesMasters/notesMaster1.xml" Id="R4849477b6d3c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audience’s normal experience: “You are probably all very familiar with this flow.” In Plan Mode Claude reads and explores without editing source files, presents a plan, and begins editing after approval in the selected permission mode. Say plainly that this is a useful workflow and is not the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“But what happens when the work is too large for one sitting, starts spawning new work, or needs to move across several sessions?”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https://code.claude.com/docs/en/permission-modes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show what “more complex” can become. Steve Yegge did not reject Markdown from the outset: he went all-in on Git-versioned, hierarchical Markdown plans for agent orchestration—and eventually found 605 plan files in varying stages of decay.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screenshot as evidence: the agent has created a follow-up issue, recorded what it depends on, and made the critical path explicit. This is the move from plans as documents to work as queryable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“This pressure grows as we move from an assistant inside one session toward agents working across tasks and in parallel. You may remember this model from the sprint review.”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Accuracy note: the launch essay describes Beads’ historical JSONL implementation. Current technical claims later in the deck use the modern Dolt-based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Steve Yegge, Introducing Beads: A coding agent memory system, 13 October 2025: https://steve-yegge.medium.com/introducing-beads-a-coding-agent-memory-system-637d7d92514a</a:t>
            </a:r>
          </a:p>
          <a:p xmlns:a="http://schemas.openxmlformats.org/drawingml/2006/main">
            <a:r>
              <a:t>- Original image from the essay: https://miro.medium.com/v2/resize:fit:1400/1*HbBoe7lEio9gX6v6-ZFbZQ.png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exact adoption-stages slide from the sprint review. Move quickly from left to right: interactive coding assistance, a more autonomous agent, task-bounded agents, then parallel orchestration. Treat it as a useful progression, not a maturity score everyone must climb.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point for today is narrower: the farther right we work, the more tasks outlive an individual conversation and the more coordination state matters. A native Markdown plan can be enough on the left; durable, queryable task state becomes increasingly valuable as work becomes longer-lived and more concurrent.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“Even before full orchestration, ordinary engineering work already creates these pressure points.”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Reused source slide: /Users/paishe01/hNotes/20__Output/Agentic AI workflows — adoption stages.pptx, slide 1</a:t>
            </a:r>
          </a:p>
          <a:p xmlns:a="http://schemas.openxmlformats.org/drawingml/2006/main">
            <a:r>
              <a:t>- User-provided asset: yegge-agent-evolution.webp</a:t>
            </a:r>
          </a:p>
          <a:p xmlns:a="http://schemas.openxmlformats.org/drawingml/2006/main">
            <a:r>
              <a:t>- Stage model reference: https://justin.abrah.ms/blog/2026-01-08-yegge-s-developer-agent-evolution-model.html</a:t>
            </a:r>
          </a:p>
          <a:p xmlns:a="http://schemas.openxmlformats.org/drawingml/2006/main">
            <a:r>
              <a:t>- Brand treatment: https://brandhub.stepstone.com/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complexity emerge through questions: What is done? What is next? Where does the bug belong? What is blocked? How does a fresh session know why? Acknowledge that Markdown can encode all of this. The point is that we are progressively designing task-management conventions inside the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back to the adoption slide: parallelism is only the most visible version of the problem; continuity, provenance, and dependency tracking begin to matter as soon as work crosses a session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beads only now. It is a persistent, dependency-aware task graph designed for AI-supervised coding workflows. The agent can restore project context, find unblocked work, inspect one bounded unit, claim it, record discovered work with provenance, and leave a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https://github.com/gastownhall/beads/blob/main/docs/getting-started/ide-setup.md</a:t>
            </a:r>
          </a:p>
          <a:p xmlns:a="http://schemas.openxmlformats.org/drawingml/2006/main">
            <a:r>
              <a:t>- https://github.com/gastownhall/beads/blob/main/docs/multi-agent/coordination.md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terminal. Run the prepared demo from presentation/demo-runbook.md. Keep this to roughly three minutes. If the live agent response stalls, use the deterministic CLI path and continue; the audience still sees the same persisted context and task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Local demo runbook: presentation/demo-runbook.md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presentation task selected with its children, state, description, acceptance criteria, design, and notes. The opening slide already established the repository-level view; here, zoom into one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 captured from beads-map on 2026-09-02: presentation/assets/beads-map-presentation-work.png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benchmark or a causal productivity claim. It is a traceable project history: 49 beads were closed between 25 and 31 August 2026, spanning product decisions, implementation, bugs, packaging, and release hardening. The visualizer shown here was built through the system it visualizes.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“Now the team question—and our Git server changes the answer. StepStone uses Bitbucket, so Beads’ native Dolt remote transport is not available to us.”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bd stats and closed-issue records inspected 2026-09-02</a:t>
            </a:r>
          </a:p>
          <a:p xmlns:a="http://schemas.openxmlformats.org/drawingml/2006/main">
            <a:r>
              <a:t>- Local screenshot captured from beads-map on 2026-09-02: presentation/assets/beads-map-release-hardening.png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StepStone, the answer is a qualified yes through a Git-mediated compatibility workflow—not through Beads’ native Dolt remote sync.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clone still works from its own local Dolt database. Before commit, a hook exports issue records to .beads/issues.jsonl. Git and Bitbucket carry that ordinary text file. After merge or checkout, another hook imports the JSONL into the receiving clone’s local database. A fresh clone can use bd bootstrap.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distinction explicit: JSONL is the exported interchange and hand-off medium, not the live database or Beads’ canonical wire protocol. Collaboration happens at commit/push/pull time rather than as live synchronization. Export and staging are opt-in, and hooks must be installed or configured in every working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Never commit .beads/embeddeddolt/ or .beads/dolt/. The binary database is not mergeable. Memories are excluded from issue export by default and should not be put into a shared repository without a deliberate team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StepStone Bitbucket/Stash transport constraint supplied by Helio Pais on 2026-09-03</a:t>
            </a:r>
          </a:p>
          <a:p xmlns:a="http://schemas.openxmlformats.org/drawingml/2006/main">
            <a:r>
              <a:t>- https://github.com/gastownhall/beads/blob/main/docs/core-concepts/sync-concepts.md</a:t>
            </a:r>
          </a:p>
          <a:p xmlns:a="http://schemas.openxmlformats.org/drawingml/2006/main">
            <a:r>
              <a:t>- https://github.com/gastownhall/beads/blob/main/docs/reference/configuration.md</a:t>
            </a:r>
          </a:p>
          <a:p xmlns:a="http://schemas.openxmlformats.org/drawingml/2006/main">
            <a:r>
              <a:t>- https://github.com/gastownhall/beads/blob/main/docs/reference/git-integration.md</a:t>
            </a:r>
          </a:p>
          <a:p xmlns:a="http://schemas.openxmlformats.org/drawingml/2006/main">
            <a:r>
              <a:t>- https://github.com/gastownhall/beads/blob/main/docs/cli-reference/bootstrap.md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one asynchronous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Agent A claims or updates a bead in the local database.</a:t>
            </a:r>
          </a:p>
          <a:p xmlns:a="http://schemas.openxmlformats.org/drawingml/2006/main">
            <a:r>
              <a:t>2. The repository’s pre-commit hook exports the current issue records and stages .beads/issues.jsonl.</a:t>
            </a:r>
          </a:p>
          <a:p xmlns:a="http://schemas.openxmlformats.org/drawingml/2006/main">
            <a:r>
              <a:t>3. The pull request carries code and task state together through Bitbucket review.</a:t>
            </a:r>
          </a:p>
          <a:p xmlns:a="http://schemas.openxmlformats.org/drawingml/2006/main">
            <a:r>
              <a:t>4. Agent B pulls the merged work; the compatibility hook—or an explicit bd import .beads/issues.jsonl—hydrates the local database, and bd prime restores the working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Hash-based IDs make independently created beads coexist well across branches. Concurrent edits to the same bead are less automatic: import is an upsert with timestamp rules, not a semantic three-way merge. If Git reports a JSONL conflict, preserve both lines, import, inspect the affected beads, and export again. A union merge driver can reduce line-level conflict markers, but the result still needs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operational promise is deliberately modest: the hand-off is reviewable in Git and queryable again in Beads. It is not live state, and JSONL does not reproduce Dolt history, branches, or deletion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https://github.com/gastownhall/beads/blob/main/docs/cli-reference/export.md</a:t>
            </a:r>
          </a:p>
          <a:p xmlns:a="http://schemas.openxmlformats.org/drawingml/2006/main">
            <a:r>
              <a:t>- https://github.com/gastownhall/beads/blob/main/docs/cli-reference/import.md</a:t>
            </a:r>
          </a:p>
          <a:p xmlns:a="http://schemas.openxmlformats.org/drawingml/2006/main">
            <a:r>
              <a:t>- https://github.com/gastownhall/beads/blob/main/docs/core-concepts/hash-ids.md</a:t>
            </a:r>
          </a:p>
          <a:p xmlns:a="http://schemas.openxmlformats.org/drawingml/2006/main">
            <a:r>
              <a:t>- https://github.com/gastownhall/beads/blob/main/docs/reference/git-integration.md</a:t>
            </a:r>
          </a:p>
          <a:p xmlns:a="http://schemas.openxmlformats.org/drawingml/2006/main">
            <a:r>
              <a:t>- https://git-scm.com/docs/gitattributes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after the practical Bitbucket hand-off, without overselling. Ask people to try Beads on one genuine multi-session task—solo or through one small pull request—and tell you where the explicit export/import convention helps or adds friction. Leave the final slide visible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9be8a996241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8b7afc24e34404" /><Relationship Type="http://schemas.openxmlformats.org/officeDocument/2006/relationships/slideLayout" Target="/ppt/slideLayouts/slideLayout1.xml" Id="Re0a18e0319784b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18e0319784b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5c3342cf4d55" /><Relationship Type="http://schemas.openxmlformats.org/officeDocument/2006/relationships/notesSlide" Target="/ppt/notesSlides/notesSlide1.xml" Id="R07672ec8534244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7d45b636a413a" /><Relationship Type="http://schemas.openxmlformats.org/officeDocument/2006/relationships/image" Target="/ppt/media/image.png" Id="R890e7cd4a8194e19" /><Relationship Type="http://schemas.openxmlformats.org/officeDocument/2006/relationships/notesSlide" Target="/ppt/notesSlides/notesSlide2.xml" Id="R6736b85a1a25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9edce88b43e6" /><Relationship Type="http://schemas.openxmlformats.org/officeDocument/2006/relationships/image" Target="/ppt/media/image.bin" Id="Rc863eaee00464d84" /><Relationship Type="http://schemas.openxmlformats.org/officeDocument/2006/relationships/notesSlide" Target="/ppt/notesSlides/notesSlide3.xml" Id="R02ed37363440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092aff4b542c2" /><Relationship Type="http://schemas.openxmlformats.org/officeDocument/2006/relationships/notesSlide" Target="/ppt/notesSlides/notesSlide4.xml" Id="Rbb4169e251764a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363809e1f4e6d" /><Relationship Type="http://schemas.openxmlformats.org/officeDocument/2006/relationships/notesSlide" Target="/ppt/notesSlides/notesSlide5.xml" Id="R1d090a1dc0fa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3094581e84163" /><Relationship Type="http://schemas.openxmlformats.org/officeDocument/2006/relationships/notesSlide" Target="/ppt/notesSlides/notesSlide6.xml" Id="R8b6b548966db4e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2b4dbb73a44a0" /><Relationship Type="http://schemas.openxmlformats.org/officeDocument/2006/relationships/image" Target="/ppt/media/image.jpeg" Id="Rf0045e279aee460d" /><Relationship Type="http://schemas.openxmlformats.org/officeDocument/2006/relationships/notesSlide" Target="/ppt/notesSlides/notesSlide7.xml" Id="R932d442126164d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97ae025eb4004" /><Relationship Type="http://schemas.openxmlformats.org/officeDocument/2006/relationships/image" Target="/ppt/media/image2.jpeg" Id="R31df05bbd8a34664" /><Relationship Type="http://schemas.openxmlformats.org/officeDocument/2006/relationships/notesSlide" Target="/ppt/notesSlides/notesSlide8.xml" Id="R06cd2358e2ac4f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f520197584f1c" /><Relationship Type="http://schemas.openxmlformats.org/officeDocument/2006/relationships/notesSlide" Target="/ppt/notesSlides/notesSlide9.xml" Id="R927b63b2634046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c0ff53d494a84" /><Relationship Type="http://schemas.openxmlformats.org/officeDocument/2006/relationships/notesSlide" Target="/ppt/notesSlides/notesSlide10.xml" Id="Ra4bed6e6cbef4d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84f70d20f4879" /><Relationship Type="http://schemas.openxmlformats.org/officeDocument/2006/relationships/notesSlide" Target="/ppt/notesSlides/notesSlide11.xml" Id="R3e06dc9f3cdd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FAMILIAR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familiar Claude Code loop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1</a:t>
            </a:r>
          </a:p>
        </p:txBody>
      </p:sp>
      <p:sp>
        <p:nvSpPr>
          <p:cNvPr id="7" name="classical-step-1">
            <a:extLst xmlns:a="http://schemas.openxmlformats.org/drawingml/2006/main">
              <a:ext uri="{FF2B5EF4-FFF2-40B4-BE49-F238E27FC236}">
                <a16:creationId xmlns:a16="http://schemas.microsoft.com/office/drawing/2014/main" id="{BC616160-4903-461B-818E-E879F67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PLAN MODE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Read + propose</a:t>
            </a:r>
          </a:p>
        </p:txBody>
      </p:sp>
      <p:sp>
        <p:nvSpPr>
          <p:cNvPr id="8" name="classical-step-2">
            <a:extLst xmlns:a="http://schemas.openxmlformats.org/drawingml/2006/main">
              <a:ext uri="{FF2B5EF4-FFF2-40B4-BE49-F238E27FC236}">
                <a16:creationId xmlns:a16="http://schemas.microsoft.com/office/drawing/2014/main" id="{54881E1A-77E9-42DB-8CCC-AE35A0E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Refine + approve</a:t>
            </a:r>
          </a:p>
        </p:txBody>
      </p:sp>
      <p:sp>
        <p:nvSpPr>
          <p:cNvPr id="9" name="classical-step-3">
            <a:extLst xmlns:a="http://schemas.openxmlformats.org/drawingml/2006/main">
              <a:ext uri="{FF2B5EF4-FFF2-40B4-BE49-F238E27FC236}">
                <a16:creationId xmlns:a16="http://schemas.microsoft.com/office/drawing/2014/main" id="{01229AD3-BCE5-4CB7-9B83-7D71D7C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EXECUTE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Edit + run</a:t>
            </a:r>
          </a:p>
        </p:txBody>
      </p:sp>
      <p:sp>
        <p:nvSpPr>
          <p:cNvPr id="10" name="classical-step-4">
            <a:extLst xmlns:a="http://schemas.openxmlformats.org/drawingml/2006/main">
              <a:ext uri="{FF2B5EF4-FFF2-40B4-BE49-F238E27FC236}">
                <a16:creationId xmlns:a16="http://schemas.microsoft.com/office/drawing/2014/main" id="{D4B45699-C7D8-4BFB-B7D9-AA0C681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VERIFY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 the result</a:t>
            </a:r>
          </a:p>
        </p:txBody>
      </p:sp>
      <p:sp>
        <p:nvSpPr>
          <p:cNvPr id="11" name="classical-arrow-1">
            <a:extLst xmlns:a="http://schemas.openxmlformats.org/drawingml/2006/main">
              <a:ext uri="{FF2B5EF4-FFF2-40B4-BE49-F238E27FC236}">
                <a16:creationId xmlns:a16="http://schemas.microsoft.com/office/drawing/2014/main" id="{C439129A-4C6C-437B-B0FB-52DAA4E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classical-arrow-2">
            <a:extLst xmlns:a="http://schemas.openxmlformats.org/drawingml/2006/main">
              <a:ext uri="{FF2B5EF4-FFF2-40B4-BE49-F238E27FC236}">
                <a16:creationId xmlns:a16="http://schemas.microsoft.com/office/drawing/2014/main" id="{8AA5D5E0-C0DA-48DB-826E-6310885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classical-arrow-3">
            <a:extLst xmlns:a="http://schemas.openxmlformats.org/drawingml/2006/main">
              <a:ext uri="{FF2B5EF4-FFF2-40B4-BE49-F238E27FC236}">
                <a16:creationId xmlns:a16="http://schemas.microsoft.com/office/drawing/2014/main" id="{3F3917BF-DFE2-4B86-8766-FA466D8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classical-caption">
            <a:extLst xmlns:a="http://schemas.openxmlformats.org/drawingml/2006/main">
              <a:ext uri="{FF2B5EF4-FFF2-40B4-BE49-F238E27FC236}">
                <a16:creationId xmlns:a16="http://schemas.microsoft.com/office/drawing/2014/main" id="{C5A1B456-9B08-4A25-96C1-80E963D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strong workflow for bounded work inside one session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STEVE YEGGE  ·  INTRODUCING BEADS  ·  2025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605 markdown plan files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e7cd4a8194e19"/>
          <a:srcRect xmlns:a="http://schemas.openxmlformats.org/drawingml/2006/main" l="0" t="29980" r="0" b="29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400550"/>
          </a:xfrm>
          <a:prstGeom xmlns:a="http://schemas.openxmlformats.org/drawingml/2006/main" prst="rect">
            <a:avLst/>
          </a:prstGeom>
        </p:spPr>
      </p:pic>
      <p:sp>
        <p:nvSpPr>
          <p:cNvPr id="8" name="source-attribution">
            <a:extLst xmlns:a="http://schemas.openxmlformats.org/drawingml/2006/main">
              <a:ext uri="{FF2B5EF4-FFF2-40B4-BE49-F238E27FC236}">
                <a16:creationId xmlns:a16="http://schemas.microsoft.com/office/drawing/2014/main" id="{51B9064E-E6F5-41AA-9C69-7492D03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“in varying stages of decay” — Steve Yegge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CODING WORKFLOW SNAPSHOT  ·  ADOPTION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Stages of AI Adoption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3eaee00464d84"/>
          <a:stretch xmlns:a="http://schemas.openxmlformats.org/drawingml/2006/main"/>
        </p:blipFill>
        <p:spPr>
          <a:xfrm xmlns:a="http://schemas.openxmlformats.org/drawingml/2006/main">
            <a:off x="1714500" y="1385615"/>
            <a:ext cx="8763000" cy="47820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3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PRESSURE POINTS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Real work escapes the session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Markdown can carry this—but each pressure adds another convention.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WHAT HAPPENS?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PLAN NOW NEEDS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Several sessions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Work continues tomorrow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State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New work appears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Execution reveals a bug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Provenance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Dependencies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Task B waits for Task A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graph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hand-off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Another session takes over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Memory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IDs · status · ownership · dependencies · provenance · hand-off context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4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makes the work state explicit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5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 context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find work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inspect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update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claim + record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close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 off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Discovered work becomes a linked bead—not a lost note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short beads loop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fresh session can recover context and leave the next one a clean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COMMAND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Load workflow + project memory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Orient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Find work with no open blockers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Choose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 &lt;id&gt;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Inspect one bounded task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Understand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update · create · close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Act, record discoveries, hand off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Continue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The task graph survives even when the conversation does not.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6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Map makes the hand-off visible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45e279aee460d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49 completed beads in seven days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f05bbd8a34664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BITBUCKET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At StepStone, Git carries the hand-off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9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Developer 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local Dolt DB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pre-commit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export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.beads/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issues.jsonl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 Git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post-merge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import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Developer 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B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local Dolt DB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Bitbucket carries the exported hand-off—not the database or live state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IN PRACTICE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hand-off travels with the code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One pull request carries the implementation and its Beads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HAND-OFF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A claims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update BEAD-123 --claim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Owned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Commit exports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.beads/issues.jsonl refreshed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Versioned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 merges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code + task state in Bitbucket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Reviewable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B resumes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git pull · import · bd prime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Restored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Hooks automate the round trip; same-bead edits may still need reconciliation.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10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YOUR TURN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Try it—and let me know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Start with one real task that will still matter tomorrow.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FIRST EXPERIMENT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OUTCOME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Install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brew install beads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Once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Initialize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init inside one repository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Scope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Resume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prime in a fresh session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Context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Tell me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What worked? What got in the way?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↗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Feedback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Use beads where the work—not merely the chat—needs continuity.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11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2026-09-03T15:32:01.2680000Z</dcterms:created>
  <dcterms:modified xsi:type="dcterms:W3CDTF">2026-09-03T15:32:01.2680000Z</dcterms:modified>
</coreProperties>
</file>